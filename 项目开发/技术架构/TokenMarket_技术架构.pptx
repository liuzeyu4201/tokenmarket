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-arch-slides/all/slide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TokenMarket 技术架构分享</dc:title>
  <dc:subject>V0.1 现码 · 约 2 小时 · OpenDesign</dc:subject>
  <dc:creator>TokenMarket Engineering</dc:creator>
  <cp:lastModifiedBy>TokenMarket Engineering</cp:lastModifiedBy>
  <cp:revision>1</cp:revision>
  <dcterms:created xsi:type="dcterms:W3CDTF">2026-08-30T11:34:22Z</dcterms:created>
  <dcterms:modified xsi:type="dcterms:W3CDTF">2026-08-30T11:34:22Z</dcterms:modified>
</cp:coreProperties>
</file>