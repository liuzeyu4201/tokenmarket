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封面：TokenMarket 让闲置额度流动起来。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痛点：固定订阅 + 硬停止；利用率 5%–15%。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市场：50–80 万付费开发者，年浪费 6–10 亿元。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解法：C2C 实时撮合 + 技术代理隔离。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闭环：卖家 7 折 / 平台托管 / 买家 8.5 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卖家：加密隔离、可调上限、可暂停。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买家：不绑月订、不靠近卖家、官方兼容 Key。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链路：L1 接入加密 → L2 代理 Key → L3 智能路由 → L4 实时计量。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信任：Escrow、评价、1% 保险池、Key 池切换。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对比：做撮合，不是做中转。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商业：约 15% 利差；火山 Pro 示例 ¥170/¥140/¥30。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平台：P0 火山/智谱；P1 MiniMax/Kimi/Claude/GPT。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路线：Plan A 个人撮合 → Plan B 企业 SaaS → Plan C 开源聚合。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CTA：卖家 7 折变现；买家按量 8.5 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okenmarket-promo-pptx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TokenMarket · 让闲置额度流动起来</dc:title>
  <dc:subject>AI Coding Plan 额度实时撮合与代理平台 宣传演示文稿</dc:subject>
  <dc:creator>TokenMarket</dc:creator>
  <cp:lastModifiedBy>TokenMarket</cp:lastModifiedBy>
  <cp:revision>1</cp:revision>
  <dcterms:created xsi:type="dcterms:W3CDTF">2026-08-30T10:46:25Z</dcterms:created>
  <dcterms:modified xsi:type="dcterms:W3CDTF">2026-08-30T10:46:25Z</dcterms:modified>
</cp:coreProperties>
</file>